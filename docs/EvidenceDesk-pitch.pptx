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be4e3cf1d64c4a" /><Relationship Type="http://schemas.openxmlformats.org/officeDocument/2006/relationships/extended-properties" Target="/docProps/app.xml" Id="R8168b9ede36d41b8" /><Relationship Type="http://schemas.openxmlformats.org/officeDocument/2006/relationships/officeDocument" Target="/ppt/presentation.xml" Id="R364cfef7cf2f48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d9eb8d2f134730"/>
  </p:sldMasterIdLst>
  <p:notesMasterIdLst>
    <p:notesMasterId xmlns:r="http://schemas.openxmlformats.org/officeDocument/2006/relationships" r:id="R8f6130c8b5d84555"/>
  </p:notesMasterIdLst>
  <p:sldIdLst>
    <p:sldId xmlns:r="http://schemas.openxmlformats.org/officeDocument/2006/relationships" id="256" r:id="R54dac8035dfd4875"/>
    <p:sldId xmlns:r="http://schemas.openxmlformats.org/officeDocument/2006/relationships" id="257" r:id="Rf60bfa0729dc4dc9"/>
    <p:sldId xmlns:r="http://schemas.openxmlformats.org/officeDocument/2006/relationships" id="258" r:id="Rd62f030d60d84583"/>
    <p:sldId xmlns:r="http://schemas.openxmlformats.org/officeDocument/2006/relationships" id="259" r:id="Rdac65cf31a314630"/>
    <p:sldId xmlns:r="http://schemas.openxmlformats.org/officeDocument/2006/relationships" id="260" r:id="R688239f47edf47b5"/>
    <p:sldId xmlns:r="http://schemas.openxmlformats.org/officeDocument/2006/relationships" id="261" r:id="Rd380593a8ee44e87"/>
    <p:sldId xmlns:r="http://schemas.openxmlformats.org/officeDocument/2006/relationships" id="262" r:id="R48a9a713cf2d4791"/>
    <p:sldId xmlns:r="http://schemas.openxmlformats.org/officeDocument/2006/relationships" id="263" r:id="R12e814c21a2040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2751db3eaf4072" /><Relationship Type="http://schemas.openxmlformats.org/officeDocument/2006/relationships/slideMaster" Target="/ppt/slideMasters/slideMaster1.xml" Id="R9dd9eb8d2f134730" /><Relationship Type="http://schemas.openxmlformats.org/officeDocument/2006/relationships/notesMaster" Target="/ppt/notesMasters/notesMaster1.xml" Id="R8f6130c8b5d84555" /><Relationship Type="http://schemas.openxmlformats.org/officeDocument/2006/relationships/presProps" Target="/ppt/presProps.xml" Id="Re206709b09d84325" /><Relationship Type="http://schemas.openxmlformats.org/officeDocument/2006/relationships/tableStyles" Target="/ppt/tableStyles.xml" Id="R10b10f6d2e484666" /><Relationship Type="http://schemas.openxmlformats.org/officeDocument/2006/relationships/slide" Target="/ppt/slides/slide1.xml" Id="R54dac8035dfd4875" /><Relationship Type="http://schemas.openxmlformats.org/officeDocument/2006/relationships/slide" Target="/ppt/slides/slide2.xml" Id="Rf60bfa0729dc4dc9" /><Relationship Type="http://schemas.openxmlformats.org/officeDocument/2006/relationships/slide" Target="/ppt/slides/slide3.xml" Id="Rd62f030d60d84583" /><Relationship Type="http://schemas.openxmlformats.org/officeDocument/2006/relationships/slide" Target="/ppt/slides/slide4.xml" Id="Rdac65cf31a314630" /><Relationship Type="http://schemas.openxmlformats.org/officeDocument/2006/relationships/slide" Target="/ppt/slides/slide5.xml" Id="R688239f47edf47b5" /><Relationship Type="http://schemas.openxmlformats.org/officeDocument/2006/relationships/slide" Target="/ppt/slides/slide6.xml" Id="Rd380593a8ee44e87" /><Relationship Type="http://schemas.openxmlformats.org/officeDocument/2006/relationships/slide" Target="/ppt/slides/slide7.xml" Id="R48a9a713cf2d4791" /><Relationship Type="http://schemas.openxmlformats.org/officeDocument/2006/relationships/slide" Target="/ppt/slides/slide8.xml" Id="R12e814c21a2040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b0bff2b23b41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9600d303cc4338" /><Relationship Type="http://schemas.openxmlformats.org/officeDocument/2006/relationships/notesMaster" Target="/ppt/notesMasters/notesMaster1.xml" Id="R981d875dcffe4e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b2f37339a4483e" /><Relationship Type="http://schemas.openxmlformats.org/officeDocument/2006/relationships/notesMaster" Target="/ppt/notesMasters/notesMaster1.xml" Id="R8909f5adfbf841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cd81c91ae24e4f" /><Relationship Type="http://schemas.openxmlformats.org/officeDocument/2006/relationships/notesMaster" Target="/ppt/notesMasters/notesMaster1.xml" Id="R82dc57cc2a7c41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a66ac69ef54747" /><Relationship Type="http://schemas.openxmlformats.org/officeDocument/2006/relationships/notesMaster" Target="/ppt/notesMasters/notesMaster1.xml" Id="Rba34379980c643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8d9ce21d0d4f11" /><Relationship Type="http://schemas.openxmlformats.org/officeDocument/2006/relationships/notesMaster" Target="/ppt/notesMasters/notesMaster1.xml" Id="Rc03efea80e4a41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d9ffbdb8734f2b" /><Relationship Type="http://schemas.openxmlformats.org/officeDocument/2006/relationships/notesMaster" Target="/ppt/notesMasters/notesMaster1.xml" Id="R0fa3f0c9c6f048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7498af425b4e87" /><Relationship Type="http://schemas.openxmlformats.org/officeDocument/2006/relationships/notesMaster" Target="/ppt/notesMasters/notesMaster1.xml" Id="Rb65c9c85c9b045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4b47037f224eac" /><Relationship Type="http://schemas.openxmlformats.org/officeDocument/2006/relationships/notesMaster" Target="/ppt/notesMasters/notesMaster1.xml" Id="Rd44818997d7343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submission-pack.md, Prepared identity and link fields; current-status.md. Local prototype only. No public deployment or completed contest entry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submission-pack.md, Inspiration, Target users and intended value; current-status.md, semantic failure discussion. These are design motivations grounded in prototype failures, not prevalence or time-saving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submission-pack.md, What it does, How it is built. Native editable product workflow diagram. It represents the implemented local flow, not a screenshot or measured user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evaluation-v2/context-limits-replacement.json. This is an editable explanatory diagram, not an app screenshot. The claim is paraphrased. Exact records: old line20 E-e044b7b1e2717f071dbb = if user.is_admin:; new line20 E-43ff03b6b37e7fb19447 = if user.is_admin or allow_preview:. One local qwen3.6:35b response. structural validation passed; semantic_truth_checked=false. Fixture author also manually assessed the response. No deployed exploit or runtime effect is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submission-pack.md, How it is built; current-status.md, Working flow. The Python standard-library server binds to loopback and rejects other origins/hosts. Ollama is an installed local dependency. No cloud fallback. Native editable architecture diagram. Model runtime requirements/licensing remain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current-status.md; test-results-semantic-v2.txt; evaluation-v2/manual-audit.json. Total audit:9 live responses,24 claims. Selected subset: mixed-final.json3,injection-final.json3,eof-final.json3,context-limits-replacement.json1 =4 runs,10 claims. Same author created synthetic fixtures and manually assessed outputs. Not held out. Latest prompt change tested only focused context-limits rerun; other3 selected cases used immediately preceding prompt.27 checks cover deterministic implementation regressions, not general semantic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local-live-review-citable.json, claim6; current-status.md, preserved limits. The displayed claim shortens quotation punctuation only. Its real evidence ID E-16e9ac27ce2c31c3ce66 points to old name.py line11, text before, no_newline_at_eof:false. That changed-line record does not establish file EOF; the model response also contradicted itself in its rationale. Structural validation passed despite that failure. App validator establishes structure and reference existence, not code correctness, security, completeness or test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submission-pack.md and current-status.md plus parent-verified publication update on 11 September 2026. Public repository: https://github.com/alexsolonsky/evidencedesk at commit 96fa0abeac84f82e01e2b2403a24e9bfa0adb7a3. Parent reports a fresh unauthenticated clone and a 44-file manifest verification passed (45 files including manifest). Parent reports a verified 3:40 actual CLI demonstration is complete, with an actual qwen run. CLI demo: https://github.com/alexsolonsky/evidencedesk/blob/main/demo/evidencedesk-cli-demo.mp4 . Browser UI recording remains pending. This deck subagent did not independently review the demonstration. Evaluation rows remain planned work. No deployment, time saving, user adoption or general accuracy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a71a8895f4d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17c5ff8a8c4324" /><Relationship Type="http://schemas.openxmlformats.org/officeDocument/2006/relationships/slideLayout" Target="/ppt/slideLayouts/slideLayout1.xml" Id="Rc4c77405a86841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c77405a86841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ecc8239d94c19" /><Relationship Type="http://schemas.openxmlformats.org/officeDocument/2006/relationships/notesSlide" Target="/ppt/notesSlides/notesSlide1.xml" Id="R90a9993b3f184b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5deb9b41a448b" /><Relationship Type="http://schemas.openxmlformats.org/officeDocument/2006/relationships/notesSlide" Target="/ppt/notesSlides/notesSlide2.xml" Id="R36d1830e17f849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14ca0b5d04533" /><Relationship Type="http://schemas.openxmlformats.org/officeDocument/2006/relationships/notesSlide" Target="/ppt/notesSlides/notesSlide3.xml" Id="Re1c5600eaaa94b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969cb67f14796" /><Relationship Type="http://schemas.openxmlformats.org/officeDocument/2006/relationships/notesSlide" Target="/ppt/notesSlides/notesSlide4.xml" Id="R08b8de827f3f44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6cecea78f414f" /><Relationship Type="http://schemas.openxmlformats.org/officeDocument/2006/relationships/notesSlide" Target="/ppt/notesSlides/notesSlide5.xml" Id="R3a679f7b05ca47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8c33cf30a4cbe" /><Relationship Type="http://schemas.openxmlformats.org/officeDocument/2006/relationships/notesSlide" Target="/ppt/notesSlides/notesSlide6.xml" Id="Rc27f6993ccfd41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8a0f7725c43fd" /><Relationship Type="http://schemas.openxmlformats.org/officeDocument/2006/relationships/notesSlide" Target="/ppt/notesSlides/notesSlide7.xml" Id="Rf9e72a28cb5649cf" 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b6a657c6f964402"/><Relationship Type="http://schemas.openxmlformats.org/officeDocument/2006/relationships/notesSlide" Target="/ppt/notesSlides/notesSlide8.xml" Id="Rbbe70929fd5f43f3"/><Relationship Id="rIdEvidenceLink1" Type="http://schemas.openxmlformats.org/officeDocument/2006/relationships/hyperlink" Target="https://github.com/alexsolonsky/evidencedesk/blob/main/demo/evidencedesk-cli-demo.mp4" TargetMode="External"/><Relationship Id="rIdEvidenceLink2" Type="http://schemas.openxmlformats.org/officeDocument/2006/relationships/hyperlink" Target="https://github.com/alexsolonsky/evidencedesk" TargetMode="Externa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E887E-3804-4C80-8C8B-522289AB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58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4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6900" b="1">
                <a:solidFill>
                  <a:srgbClr val="F4F0E8"/>
                </a:solidFill>
                <a:latin typeface="Helvetica Neue"/>
                <a:ea typeface="Helvetica Neue"/>
                <a:cs typeface="Helvetica Neue"/>
              </a:rPr>
              <a:t>EvidenceDesk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0510E-C58B-499F-9D80-2D43C1CB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981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rPr>
              <a:t>Local AI code review</a:t>
            </a:r>
          </a:p>
          <a:p xmlns:a="http://schemas.openxmlformats.org/drawingml/2006/main">
            <a:pPr algn="l">
              <a:defRPr sz="2850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rPr>
              <a:t>with exact source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1AD03-AB1B-49F3-A348-059E6007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4F0E8"/>
                </a:solidFill>
                <a:latin typeface="Helvetica Neue"/>
                <a:ea typeface="Helvetica Neue"/>
                <a:cs typeface="Helvetica Neue"/>
              </a:rPr>
              <a:t>Aleksei Solonskii / Alex SOLONSKY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964CF-818C-4BB7-A362-E2D85750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674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rPr>
              <a:t>Local prototype,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5717752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CCD44-3A4C-4C16-B688-875B8F78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The review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12F1C-2CBB-4BD3-B9B9-1F6770DA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293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3721B-D233-4150-AAC4-C6AE1861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A plausible explanation can still be wrong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09145-3178-4B3B-ABA4-EF2ED8B4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E45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9E4540"/>
                </a:solidFill>
                <a:latin typeface="Helvetica Neue"/>
                <a:ea typeface="Helvetica Neue"/>
                <a:cs typeface="Helvetica Neue"/>
              </a:rPr>
              <a:t>Reference error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058DC-E0C0-49BD-87FC-4A788C50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The cited line is missing</a:t>
            </a:r>
          </a:p>
          <a:p xmlns:a="http://schemas.openxmlformats.org/drawingml/2006/main">
            <a:pPr algn="l">
              <a:defRPr sz="2325" b="0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or points to a different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0627E-B26A-431C-8B0B-3D144089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E45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9E4540"/>
                </a:solidFill>
                <a:latin typeface="Helvetica Neue"/>
                <a:ea typeface="Helvetica Neue"/>
                <a:cs typeface="Helvetica Neue"/>
              </a:rPr>
              <a:t>Reasoning 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50D9D-B404-491D-8FD8-0ADD1857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810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The line exists, but the claim</a:t>
            </a:r>
          </a:p>
          <a:p xmlns:a="http://schemas.openxmlformats.org/drawingml/2006/main">
            <a:pPr algn="l">
              <a:defRPr sz="2325" b="0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goes beyond what it shows.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59E33-43FA-4D54-9A93-79741A70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Intended users: developers reviewing small Git changes.</a:t>
            </a:r>
          </a:p>
        </p:txBody>
      </p:sp>
    </p:spTree>
    <p:extLst>
      <p:ext uri="{BB962C8B-B14F-4D97-AF65-F5344CB8AC3E}">
        <p14:creationId xmlns:p14="http://schemas.microsoft.com/office/powerpoint/2010/main" val="332160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16BB4D-DDBA-4FF5-AA9E-FE2B6151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The review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1EB98-4ACF-45C4-A748-430BAAD9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293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AB1C3-CD73-4DCF-AE59-7E0FB0A4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0325"/>
            <a:ext cx="16859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C9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52CB8-9484-4E60-8F72-EAF2A9F1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AE3A9-E740-4A71-9186-E65899F3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52725"/>
            <a:ext cx="1438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Paste a diff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FCE54-0B5B-42D9-8EA7-58FC00EC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86150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Git unified diff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CA9D3-B33C-490E-AA3D-49D88050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600325"/>
            <a:ext cx="16859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C9C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273FD-7584-41CA-AC5C-0046CF97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03835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CC83D-8307-4A52-89BA-3E2D9B89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52725"/>
            <a:ext cx="1438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Inspect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B66DF-0ACD-4656-84F6-9DD10B8E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86150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Old and new sides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59A7A-7628-4C96-B0FD-5F2EAC99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00325"/>
            <a:ext cx="16859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C9C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B6238-4E34-45E7-9B5A-B800DDD1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20CCC-6885-465B-A816-205DA208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52725"/>
            <a:ext cx="1438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Run local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BA8EF-C16D-4EEA-9892-FE1041D2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86150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Installed Ollama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DA1D5-066D-46D2-8EBC-6E42C0F7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600325"/>
            <a:ext cx="16859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C9C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A42FA-4EA8-4343-BDFD-75D1919A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3835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16BFD-9DA5-4A79-946B-E3851D18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1438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Compare claims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30354-2F3D-4F77-91BA-F1F85626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Exact source IDs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3FD61-6934-4A4C-92B6-100ED1FB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0325"/>
            <a:ext cx="16859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C9C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B8807-127E-446B-9C50-56A8836B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9C7369-C6AE-4CB2-B3DB-CE4BF383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52725"/>
            <a:ext cx="1438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Check references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A5A44-76F5-4D85-836A-FD33E2F8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486150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Separate validator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757A1-1A84-480E-BCD9-60288BA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00325"/>
            <a:ext cx="16859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C9C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6B3791-AC40-451B-8CED-E516159C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03835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2BD3E2-F239-4705-BEA6-F0525AC2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52725"/>
            <a:ext cx="1438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Export record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BD70D8-DA4B-48DC-8313-0B342D0E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486150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Review + provenance</a:t>
            </a:r>
          </a:p>
        </p:txBody>
      </p:sp>
      <p:cxnSp>
        <p:nvCxnSpPr>
          <p:cNvPr id="60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00275" y="33337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477"/>
            </a:solidFill>
            <a:tailEnd type="arrow" w="sm" len="sm"/>
          </a:ln>
        </p:spPr>
      </p:cxnSp>
      <p:cxnSp>
        <p:nvCxnSpPr>
          <p:cNvPr id="61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95750" y="33337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477"/>
            </a:solidFill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91225" y="33337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477"/>
            </a:solidFill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886700" y="33337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477"/>
            </a:solidFill>
            <a:tailEnd type="arrow" w="sm" len="sm"/>
          </a:ln>
        </p:spPr>
      </p:cxnSp>
      <p:cxnSp>
        <p:nvCxnSpPr>
          <p:cNvPr id="64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782175" y="33337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477"/>
            </a:solidFill>
            <a:tailEnd type="arrow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32F0EF-5963-4B67-81C9-5C218677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The reviewer makes the final judgment.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DF7DCD-C12C-4D28-A980-84BB644C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The exported record keeps the claims and the evidence together.</a:t>
            </a:r>
          </a:p>
        </p:txBody>
      </p:sp>
    </p:spTree>
    <p:extLst>
      <p:ext uri="{BB962C8B-B14F-4D97-AF65-F5344CB8AC3E}">
        <p14:creationId xmlns:p14="http://schemas.microsoft.com/office/powerpoint/2010/main" val="228444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9364C-95C9-470A-B73A-6C4E0535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One observation, two source lines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ACBCE-01B4-47C4-8691-82015721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293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7751A-1DAE-4334-B3FC-2CCC3A88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Synthetic example diagram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9B7D5-95BD-4707-81F5-83DD2D58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E45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E4540"/>
                </a:solidFill>
                <a:latin typeface="Helvetica Neue"/>
                <a:ea typeface="Helvetica Neue"/>
                <a:cs typeface="Helvetica Neue"/>
              </a:rPr>
              <a:t>access.py, old line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9AB59-E560-4B79-914E-B78AE4B1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5953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if user.is_admin: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0553E-E63C-4878-A87B-9A65047D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8617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6A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66A59"/>
                </a:solidFill>
                <a:latin typeface="Helvetica Neue"/>
                <a:ea typeface="Helvetica Neue"/>
                <a:cs typeface="Helvetica Neue"/>
              </a:rPr>
              <a:t>access.py, new line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33777-1051-4525-BA48-39975916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81475"/>
            <a:ext cx="6153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if user.is_admin or allow_preview: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2AC7D-D6D9-499A-B6C5-E744881F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47900"/>
            <a:ext cx="3924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AI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3F794-0B5D-4AA7-9D00-62FE3642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19400"/>
            <a:ext cx="3924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The condition adds</a:t>
            </a:r>
          </a:p>
          <a:p xmlns:a="http://schemas.openxmlformats.org/drawingml/2006/main">
            <a:pPr algn="l">
              <a:defRPr sz="2625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“or allow_preview”.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47CE3-FBE5-4BF2-B347-59B2FF6C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10050"/>
            <a:ext cx="3924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Both old and new evidence IDs</a:t>
            </a:r>
          </a:p>
          <a:p xmlns:a="http://schemas.openxmlformats.org/drawingml/2006/main">
            <a:pPr algn="l">
              <a:defRPr sz="17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exist in the exported record.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AB991-286C-4D13-987C-64A4EABB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292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Runtime effects depend on omitted context, including the value of allow_preview.</a:t>
            </a:r>
          </a:p>
        </p:txBody>
      </p:sp>
    </p:spTree>
    <p:extLst>
      <p:ext uri="{BB962C8B-B14F-4D97-AF65-F5344CB8AC3E}">
        <p14:creationId xmlns:p14="http://schemas.microsoft.com/office/powerpoint/2010/main" val="1502910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FB53F-8B0C-41D5-8E6F-1CC5C237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Local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D8F0A-60CA-4FBD-A80A-514E886D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293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9C4EF-A7E2-483D-B6AE-869059FC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7622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C9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E954F-90A8-45A4-A599-5B4FDF40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2457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Browser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3F7F8-C128-4B40-A27C-9DC83D74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Paste and inspect the diff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2E5DC-5E3D-4BEB-BA01-BC39A6A1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05000"/>
            <a:ext cx="27622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C9C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5B7B9-FEF6-4863-98CC-AD1A7586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38350"/>
            <a:ext cx="2457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Python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8CC0C-056E-4706-A649-6C9BFF04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95550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Loopback HTTP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BA04C-7FB9-4640-8246-7D722F7A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05000"/>
            <a:ext cx="27622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C9C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3F6BF-D6CF-44BF-84AD-DE0692BD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2457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Evidence parser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6B502-81F1-4642-8BE2-78509159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95550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Paths, lines and source 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5DBB3-720E-4090-ADE1-471B595D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19550"/>
            <a:ext cx="27622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C9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74270-3363-4136-A15C-CE98E505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52900"/>
            <a:ext cx="2457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Local Ollama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DABE0-CD8B-4723-9987-5A07EA0F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10100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qwen3.6:35b in observed runs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D4A7D-C077-47C6-85A7-3F44DDCE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19550"/>
            <a:ext cx="27622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C9C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D092A-6913-499A-BA91-0F599E97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52900"/>
            <a:ext cx="2457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Response validator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C7E2A-7CB5-4FC3-B47B-877F6C91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10100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Schema + reference existence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139CF-C94A-4B2D-806B-D6D666B9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7622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C9C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1661E-334C-4337-9B13-517E3005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2457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Review and export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2FEA4-4C4F-4AB5-91E2-D7169F38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Evidence, claims, provenance</a:t>
            </a:r>
          </a:p>
        </p:txBody>
      </p:sp>
      <p:cxnSp>
        <p:nvCxnSpPr>
          <p:cNvPr id="48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48050" y="2471738"/>
            <a:ext cx="1209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477"/>
            </a:solidFill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19975" y="2471738"/>
            <a:ext cx="1209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477"/>
            </a:solidFill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010775" y="3038475"/>
            <a:ext cx="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477"/>
            </a:solidFill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12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7419975" y="4586288"/>
            <a:ext cx="1209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477"/>
            </a:solidFill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15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3448050" y="4586288"/>
            <a:ext cx="1209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477"/>
            </a:solidFill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CA4F16-44C2-4DE7-A601-A41E7170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0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Diffs remain data. The app does not execute them or persist them.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D7F963-EEC4-435F-A00E-770EECF4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0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Missing local inference produces an explicit unavailable state.</a:t>
            </a:r>
          </a:p>
        </p:txBody>
      </p:sp>
    </p:spTree>
    <p:extLst>
      <p:ext uri="{BB962C8B-B14F-4D97-AF65-F5344CB8AC3E}">
        <p14:creationId xmlns:p14="http://schemas.microsoft.com/office/powerpoint/2010/main" val="5781851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C9EA7-94E4-4AEE-8600-5A84F55F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Development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0E27D-A423-4D5A-BF41-35F1A990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293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12567-3BAD-47F6-B0FB-8877038D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C4E07-099E-4E5F-B476-251ACE64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3362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automated checks</a:t>
            </a:r>
          </a:p>
          <a:p xmlns:a="http://schemas.openxmlformats.org/drawingml/2006/main">
            <a:pPr algn="l">
              <a:defRPr sz="20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BEF53-9578-4CBB-92E2-DF7135C3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9072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EFADE-4E68-4589-823F-C9456AD2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19450"/>
            <a:ext cx="3362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real local-model</a:t>
            </a:r>
          </a:p>
          <a:p xmlns:a="http://schemas.openxmlformats.org/drawingml/2006/main">
            <a:pPr algn="l">
              <a:defRPr sz="20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responses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A9100-3FA5-4E8A-8058-3DD0A452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9072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6786A-6808-4741-A76F-65CAED88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19450"/>
            <a:ext cx="3362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claims manually</a:t>
            </a:r>
          </a:p>
          <a:p xmlns:a="http://schemas.openxmlformats.org/drawingml/2006/main">
            <a:pPr algn="l">
              <a:defRPr sz="20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assessed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FC7CA-3169-4E98-BD74-0350EE39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1080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4 selected final runs contain 10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6AC8D-4D77-4FB0-BF5A-7940ABD4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The same AI agent authored the fixtures and assessed the responses.</a:t>
            </a:r>
          </a:p>
          <a:p xmlns:a="http://schemas.openxmlformats.org/drawingml/2006/main">
            <a:pPr algn="l">
              <a:defRPr sz="19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Selection followed iteration across two prompt versions.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1EB34-74B9-452E-98A0-65F19859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48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E45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9E4540"/>
                </a:solidFill>
                <a:latin typeface="Helvetica Neue"/>
                <a:ea typeface="Helvetica Neue"/>
                <a:cs typeface="Helvetica Neue"/>
              </a:rPr>
              <a:t>Small synthetic QA only. No independent accuracy benchmark.</a:t>
            </a:r>
          </a:p>
        </p:txBody>
      </p:sp>
    </p:spTree>
    <p:extLst>
      <p:ext uri="{BB962C8B-B14F-4D97-AF65-F5344CB8AC3E}">
        <p14:creationId xmlns:p14="http://schemas.microsoft.com/office/powerpoint/2010/main" val="743479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0902E-8FCA-4E14-8FD9-95365B0B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The validation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7843F-3A8C-4F5D-A362-A37C099A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293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07D99-F09A-4FD7-8AC2-175C9C82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A real failure remains in the audit trail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E9F0D-5B58-46DB-B26B-36BCBCBF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618172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E45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9E4540"/>
                </a:solidFill>
                <a:latin typeface="Helvetica Neue"/>
                <a:ea typeface="Helvetica Neue"/>
                <a:cs typeface="Helvetica Neue"/>
              </a:rPr>
              <a:t>“The file old name.py had no</a:t>
            </a:r>
          </a:p>
          <a:p xmlns:a="http://schemas.openxmlformats.org/drawingml/2006/main">
            <a:pPr algn="l">
              <a:defRPr sz="2550" b="1">
                <a:solidFill>
                  <a:srgbClr val="9E45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9E4540"/>
                </a:solidFill>
                <a:latin typeface="Helvetica Neue"/>
                <a:ea typeface="Helvetica Neue"/>
                <a:cs typeface="Helvetica Neue"/>
              </a:rPr>
              <a:t>trailing newline at line 11.”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57177-EBEE-49C5-91C1-191A1DD9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6134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The response cited a real record,</a:t>
            </a:r>
          </a:p>
          <a:p xmlns:a="http://schemas.openxmlformats.org/drawingml/2006/main">
            <a:pPr algn="l">
              <a:defRPr sz="210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but misread its EOF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2F1A4-0D55-47E3-B5A3-0C1BF1D2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38450"/>
            <a:ext cx="40576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Reference validity does not</a:t>
            </a:r>
          </a:p>
          <a:p xmlns:a="http://schemas.openxmlformats.org/drawingml/2006/main">
            <a:pPr algn="l">
              <a:defRPr sz="22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establish semantic truth.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37431-7BA5-4382-8F36-88DFE1F8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33850"/>
            <a:ext cx="4057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Changed text only</a:t>
            </a:r>
          </a:p>
          <a:p xmlns:a="http://schemas.openxmlformats.org/drawingml/2006/main">
            <a:pPr algn="l">
              <a:defRPr sz="19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Omitted runtime context</a:t>
            </a:r>
          </a:p>
          <a:p xmlns:a="http://schemas.openxmlformats.org/drawingml/2006/main">
            <a:pPr algn="l">
              <a:defRPr sz="19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Model errors remain possible</a:t>
            </a:r>
          </a:p>
          <a:p xmlns:a="http://schemas.openxmlformats.org/drawingml/2006/main">
            <a:pPr algn="l">
              <a:defRPr sz="19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6477"/>
                </a:solidFill>
                <a:latin typeface="Helvetica Neue"/>
                <a:ea typeface="Helvetica Neue"/>
                <a:cs typeface="Helvetica Neue"/>
              </a:rPr>
              <a:t>User impact unmeasured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24302-1D8E-4E3F-A7EB-4A72E882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150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C2034"/>
                </a:solidFill>
                <a:latin typeface="Helvetica Neue"/>
                <a:ea typeface="Helvetica Neue"/>
                <a:cs typeface="Helvetica Neue"/>
              </a:rPr>
              <a:t>semantic_truth_checked = false</a:t>
            </a:r>
          </a:p>
        </p:txBody>
      </p:sp>
    </p:spTree>
    <p:extLst>
      <p:ext uri="{BB962C8B-B14F-4D97-AF65-F5344CB8AC3E}">
        <p14:creationId xmlns:p14="http://schemas.microsoft.com/office/powerpoint/2010/main" val="17655633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C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42D2F-D5A2-46F4-9376-C1D3F753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4F0E8"/>
                </a:solidFill>
                <a:latin typeface="Helvetica Neue"/>
                <a:ea typeface="Helvetica Neue"/>
                <a:cs typeface="Helvetica Neue"/>
              </a:rPr>
              <a:t>Next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E0F42-4E8F-4C8C-A2B4-DFA07E69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293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AAB96-C9D7-49C9-97E2-40225088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4F0E8"/>
                </a:solidFill>
                <a:latin typeface="Helvetica Neue"/>
                <a:ea typeface="Helvetica Neue"/>
                <a:cs typeface="Helvetica Neue"/>
              </a:rPr>
              <a:t>Unfamiliar diffs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9EBFD-8392-40DA-B283-63272F30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19275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rPr>
              <a:t>Record expected facts before independent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226C9-1962-4056-8599-B7807C64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4F0E8"/>
                </a:solidFill>
                <a:latin typeface="Helvetica Neue"/>
                <a:ea typeface="Helvetica Neue"/>
                <a:cs typeface="Helvetica Neue"/>
              </a:rPr>
              <a:t>Reviewer study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C39D3-2D01-42D5-A274-868271E8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60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rPr>
              <a:t>Measure whether evidence helps people correct misleading claims.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61911-A96E-4640-B598-40BEE39A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4F0E8"/>
                </a:solidFill>
                <a:latin typeface="Helvetica Neue"/>
                <a:ea typeface="Helvetica Neue"/>
                <a:cs typeface="Helvetica Neue"/>
              </a:rPr>
              <a:t>Product QA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6639D-670C-4DB9-8FF4-D5D727AD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52825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rPr>
              <a:t>Exercise keyboard access, responsive layouts and omitted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56483-582D-4F1D-BC72-F55C5FE5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4F0E8"/>
                </a:solidFill>
                <a:latin typeface="Helvetica Neue"/>
                <a:ea typeface="Helvetica Neue"/>
                <a:cs typeface="Helvetica Neue"/>
              </a:rPr>
              <a:t>Demonstration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F79F7-51D8-4BDF-8524-EB8560E9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1960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rPr>
              <a:t>CLI demo available. Browser UI recording pending.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A3999-1FD9-4A35-818D-E57D11847947}"/>
              </a:ext>
            </a:extLst>
            <ns1:hlinkClick xmlns:ns1="http://schemas.openxmlformats.org/drawingml/2006/main" xmlns:ns2="http://schemas.openxmlformats.org/officeDocument/2006/relationships" ns2:id="rIdEvidenceLink1" tooltip="https://github.com/alexsolonsky/evidencedesk/blob/main/demo/evidencedesk-cli-demo.mp4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EBC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EBCC7"/>
                </a:solidFill>
                <a:latin typeface="Helvetica Neue"/>
                <a:ea typeface="Helvetica Neue"/>
                <a:cs typeface="Helvetica Neue"/>
                <a:hlinkClick xmlns:ns0="http://schemas.openxmlformats.org/officeDocument/2006/relationships" ns0:id="rIdEvidenceLink1" tooltip="https://github.com/alexsolonsky/evidencedesk/blob/main/demo/evidencedesk-cli-demo.mp4"/>
              </a:rPr>
              <a:t>View CLI demonstration (3:40)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ACE81-9ACD-454B-B298-854B61B45745}"/>
              </a:ext>
            </a:extLst>
            <ns4:hlinkClick xmlns:ns4="http://schemas.openxmlformats.org/drawingml/2006/main" xmlns:ns5="http://schemas.openxmlformats.org/officeDocument/2006/relationships" ns5:id="rIdEvidenceLink2" tooltip="https://github.com/alexsolonsky/evidencedesk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0E8"/>
                </a:solidFill>
                <a:latin typeface="Helvetica Neue"/>
                <a:ea typeface="Helvetica Neue"/>
                <a:cs typeface="Helvetica Neue"/>
                <a:hlinkClick xmlns:ns3="http://schemas.openxmlformats.org/officeDocument/2006/relationships" ns3:id="rIdEvidenceLink2" tooltip="https://github.com/alexsolonsky/evidencedesk"/>
              </a:rPr>
              <a:t>Public source: github.com/alexsolonsky/evidencedesk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28A15-2590-4833-B90D-0ED45DB4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EBCC7"/>
                </a:solidFill>
                <a:latin typeface="Helvetica Neue"/>
                <a:ea typeface="Helvetica Neue"/>
                <a:cs typeface="Helvetica Neue"/>
              </a:rPr>
              <a:t>Aleksei Solonskii / Alex SOLONSKY</a:t>
            </a:r>
          </a:p>
        </p:txBody>
      </p:sp>
    </p:spTree>
    <p:extLst>
      <p:ext uri="{BB962C8B-B14F-4D97-AF65-F5344CB8AC3E}">
        <p14:creationId xmlns:p14="http://schemas.microsoft.com/office/powerpoint/2010/main" val="1657605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2026-09-11T17:27:42.4900000Z</dcterms:created>
  <dcterms:modified xsi:type="dcterms:W3CDTF">2026-09-11T17:27:42.4900000Z</dcterms:modified>
</coreProperties>
</file>